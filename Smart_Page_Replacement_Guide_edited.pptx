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03920" y="0"/>
            <a:ext cx="3749039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0" y="731520"/>
            <a:ext cx="2194560" cy="12801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61120" y="1143000"/>
            <a:ext cx="2560320" cy="12801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509760" y="1554480"/>
            <a:ext cx="1645920" cy="128016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49808"/>
            <a:ext cx="6858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Aptos"/>
              </a:defRPr>
            </a:pPr>
            <a:r>
              <a:t>OPERATING SYSTEMS  /  C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498079" cy="1645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Aptos"/>
              </a:defRPr>
            </a:pPr>
            <a:r>
              <a:t>Smart Page</a:t>
            </a:r>
            <a:br/>
            <a:r>
              <a:t>Replacement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694944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A visual and practical guide to understanding page replacement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6035040" cy="8987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/>
              <a:t>Sai Joshna-2520030293</a:t>
            </a:r>
          </a:p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rPr lang="en-IN" dirty="0"/>
              <a:t>                              Bhavana Sri-2520030232</a:t>
            </a:r>
          </a:p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rPr lang="en-IN" dirty="0"/>
              <a:t>                              Charvi-2520030294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01 / UNDERSTANDING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Physical memory is limited, but programs may request more pages than can fit in 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What the OS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When a page is missing and memory frames are full, the operating system must choose a page to remove.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A poor choice can cause more page faults and slow down program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348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Our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348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Build a beginner-friendly guide and C-based simulator to compare common page replacement methods.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02 / WHAT WE WANT TO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Explain page faults, page references, and memory frames in simple language.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50591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41448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Implement common page replacement algorithms in 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00399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91256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Show frame-by-frame changes for a reference string.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50207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41063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Count page faults and compare algorithm behaviour on the same input.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700016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690872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Provide a clear guide that supports learning and live demonstration.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03 / 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How page replacement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1. Read a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A process requests a page from its reference string.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2. Check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If the page is already in a frame, it is a hit.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3. Page 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If it is absent, the OS loads it; if no frame is free, one page must be replaced.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348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4. Choose a victim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348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The selected algorithm decides which page leaves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3583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492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5. 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492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The simulator records the frame state and total page faults.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0584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15568"/>
            <a:ext cx="100584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Input → algorithm → frame update →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86000"/>
            <a:ext cx="16916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5087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15087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Aptos"/>
              </a:defRPr>
            </a:pPr>
            <a:r>
              <a:t>Reference string</a:t>
            </a:r>
            <a:br/>
            <a:r>
              <a:t>Frame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2743200"/>
            <a:ext cx="457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286000"/>
            <a:ext cx="16916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40" y="2514600"/>
            <a:ext cx="15087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80360"/>
            <a:ext cx="15087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Aptos"/>
              </a:defRPr>
            </a:pPr>
            <a:r>
              <a:t>Check input</a:t>
            </a:r>
            <a:br/>
            <a:r>
              <a:t>and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743200"/>
            <a:ext cx="457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286000"/>
            <a:ext cx="1691640" cy="1417320"/>
          </a:xfrm>
          <a:prstGeom prst="roundRect">
            <a:avLst/>
          </a:prstGeom>
          <a:solidFill>
            <a:srgbClr val="0D4B4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2514600"/>
            <a:ext cx="15087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880360"/>
            <a:ext cx="15087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Aptos"/>
              </a:defRPr>
            </a:pPr>
            <a:r>
              <a:t>FIFO / LRU /</a:t>
            </a:r>
            <a:br/>
            <a:r>
              <a:t>Optimal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743200"/>
            <a:ext cx="457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286000"/>
            <a:ext cx="16916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2514600"/>
            <a:ext cx="15087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880360"/>
            <a:ext cx="15087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Aptos"/>
              </a:defRPr>
            </a:pPr>
            <a:r>
              <a:t>Update frames</a:t>
            </a:r>
            <a:br/>
            <a:r>
              <a:t>for each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2872" y="2743200"/>
            <a:ext cx="4572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2286000"/>
            <a:ext cx="169164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21240" y="2514600"/>
            <a:ext cx="15087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880360"/>
            <a:ext cx="15087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0">
                <a:solidFill>
                  <a:srgbClr val="F8FAFC"/>
                </a:solidFill>
                <a:latin typeface="Aptos"/>
              </a:defRPr>
            </a:pPr>
            <a:r>
              <a:t>Fault count</a:t>
            </a:r>
            <a:br/>
            <a:r>
              <a:t>Frame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72000"/>
            <a:ext cx="1051560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The same input is tested with each algorithm so their results can be compared fairly.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04 / DECISION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Algorithms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FIFO — First In, First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Replace the page that entered memory earliest. Simple to implement, but it may remove a frequently used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LRU — Least Recently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Replace the page that has not been used for the longest time. It uses recent history as a clue.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Optimal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Replace the page whose next use is farthest in the future. It is a useful benchmark, but future references are not known in a real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05 / BUILD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Implementation approach in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Data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Store the reference string in an integer array and memory frames in another array.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Algorithm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Keep FIFO, LRU, and Optimal logic in separate functions for easier testing.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Simulation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Process one page at a time, check for a hit, then load or replace as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348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Result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348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Increase the page-fault counter only when the requested page is not in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3583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492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Safe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492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Validate frame count, reference length, and numeric input before simulation.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06 /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Technologies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C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Core implementation, arrays, loops, functions, and conditional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Compiler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GCC or another standard C compiler.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VS Code, Code::Blocks, or a terminal-based editor.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348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348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README with compilation steps, sample input, output, and limitations.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3583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492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Web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492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A lightweight browser page can explain the concepts and demonstrate the algorithms interactively.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07 /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Testing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Normal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Use a valid reference string and a positive frame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Hit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Request a page already in memory; frames should remain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Fault with free 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Load a missing page into an empty frame.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348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Replacement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348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When all frames are full, verify that the chosen victim follows the algorithm rule.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3583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492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Boundary / invalid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492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Test one frame, repeated pages, empty input, non-numeric input, and invalid frame 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08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Results and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Show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During the demo, enter one reference string and frame count, then run all algorithms.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Compare fairly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Keep the input identical for FIFO, LRU, and Optimal.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Record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Capture the frame history and page-fault total from the actual C program.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348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Discuss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348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Explain why results differ; do not assume one algorithm always wins for every input.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3583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492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492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Replace this slide's placeholder evidence with screenshots and verified outputs from your working program.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09 /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Impact, 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Learning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Makes a core OS concept easier to see, explain, and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Current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A teaching simulator models page references; it does not modify real system memory.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5295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204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Optimal needs future knowledge, and a simple simulator does not reproduce every detail of a real 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43983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34840"/>
            <a:ext cx="2743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700" b="1">
                <a:solidFill>
                  <a:srgbClr val="CCFBF1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34840"/>
            <a:ext cx="7498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E2E8F0"/>
                </a:solidFill>
                <a:latin typeface="Aptos"/>
              </a:defRPr>
            </a:pPr>
            <a:r>
              <a:t>Add a menu-driven CLI, clearer error messages, automated test cases, and a visual comparison chart.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38912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Aptos"/>
              </a:defRPr>
            </a:pPr>
            <a:r>
              <a:t>10 / DEMO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698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Live demonstration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0078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1. Explain the reference string and number of frames.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50591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41448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2. Run FIFO and describe each replacement.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00399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91256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3. Run LRU and explain how recent use is tracked.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50207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41063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4. Run Optimal and explain why it is a benchmark.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700016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690872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5. Compare page-fault totals and show the source code functions.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449824"/>
            <a:ext cx="2286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1">
                <a:solidFill>
                  <a:srgbClr val="14B8A6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440680"/>
            <a:ext cx="996696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800" b="0">
                <a:solidFill>
                  <a:srgbClr val="E2E8F0"/>
                </a:solidFill>
                <a:latin typeface="Aptos"/>
              </a:defRPr>
            </a:pPr>
            <a:r>
              <a:t>6. Open the README and show how to compile and run the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1">
                <a:solidFill>
                  <a:srgbClr val="94A3B8"/>
                </a:solidFill>
                <a:latin typeface="Aptos"/>
              </a:defRPr>
            </a:pPr>
            <a:r>
              <a:t>SMART PAGE REPLACEMENT GUIDE  •  OS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6142" y="2057399"/>
            <a:ext cx="8524666" cy="10525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4200" b="1">
                <a:solidFill>
                  <a:srgbClr val="F8FAFC"/>
                </a:solidFill>
                <a:latin typeface="Aptos"/>
              </a:defRPr>
            </a:pPr>
            <a:r>
              <a:rPr lang="en-IN" sz="6600" dirty="0"/>
              <a:t>THANK YOU</a:t>
            </a:r>
            <a:endParaRPr sz="6600" dirty="0"/>
          </a:p>
        </p:txBody>
      </p:sp>
      <p:sp>
        <p:nvSpPr>
          <p:cNvPr id="6" name="Rectangle 5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89720" y="2194560"/>
            <a:ext cx="502920" cy="19202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75520" y="2743200"/>
            <a:ext cx="502920" cy="164592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61320" y="3291839"/>
            <a:ext cx="502920" cy="13716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1053</Words>
  <Application>Microsoft Office PowerPoint</Application>
  <PresentationFormat>Widescreen</PresentationFormat>
  <Paragraphs>185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charvi2052007@gmail.com</cp:lastModifiedBy>
  <cp:revision>2</cp:revision>
  <dcterms:created xsi:type="dcterms:W3CDTF">2013-01-27T09:14:16Z</dcterms:created>
  <dcterms:modified xsi:type="dcterms:W3CDTF">2026-10-17T05:43:17Z</dcterms:modified>
  <cp:category/>
</cp:coreProperties>
</file>